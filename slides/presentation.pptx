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01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Problem: Ungrounded AI &amp; Heavy RAG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The challenge of AI ethics discovery and vector infrastructure bloat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Critical Incident Silos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Teams continually repeat AI failures (bias, hallucinations, privacy leaks) because historical incident lessons are fragmented and inaccessible.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Infrastructure Overhead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Modern RAG setups require remote vector databases, cloud API keys, and large transformer weights for simple retrieval tasks.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Hallucination Hazard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When queries are out-of-domain, conventional generative RAG still forces models to guess and invent unsupported 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02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Solution: AI Incident Finder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Lightweight, 100% offline RAG with deterministic refusal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Zero External Dependencies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Runs entirely on local CPU using scikit-learn TF-IDF and cosine similarity with sub-15ms response time.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Curated Incident Corpus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8 landmark public AI incidents across Bias, Privacy, Hallucination, and Misinformation.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Deterministic Guardrail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Calibrated confidence threshold (0.15) immediately refuses ungrounded queries with 'I don't have enough information to answer that.'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Full Provenance Attribution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Every response provides verified event summaries, key takeaways, and source citations with similarity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03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Architecture: End-to-End Information Pipeline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Deterministic data flow from user query to cited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1. Ingestion &amp; Indexing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Aggregates title, category, summary, and lesson into sublinear TF-IDF matrix with unigrams and bigrams (1, 2).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2. Similarity Scoring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Computes cosine similarity between user query vector and corpus document vectors.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3. Confidence Gate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If best similarity score &lt; 0.15, bypasses generation and triggers guardrail refusal instantly.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4. Grounded Synthesis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Extracts primary incident facts, links secondary related incidents, and formats transparent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04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Tech Stack &amp; Engineering Trade-Offs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Pragmatic engineering focused on zero bloat and maximum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Core Retrieval: scikit-learn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Chose TF-IDF over dense neural embeddings for instant cold-start, mathematical interpretability, and zero cost.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Guardrail: Empirical Cutoff (0.15)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Separates adversarial noise (&lt;= 0.0669) from in-domain queries (&gt;= 0.1565) based on 13 benchmark queries.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Dual Interface Architecture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Modular IncidentRAG engine powers high-performance CLI and a full Streamlit web app in just 24 lines.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Test Harness: Pytest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6 automated test cases covering schema validity, guardrail refusal, citations, and input sanitization.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05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Demo: Live CLI &amp; Web Walkthrough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Demonstrating in-domain retrieval, cross-incident context, and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Scenario 1: Bias Incident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Query: 'How did AI show bias in hiring resumes?' -&gt; 15.65% Score | Amazon Resume Screener (2018).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Scenario 2: Hallucination Incident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Query: 'Lawyers submitting fake AI cases' -&gt; 17.48% Score | Mata v. Avianca (2023).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Scenario 3: Guardrail Activation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Query: 'What is the recipe for chocolate cake?' -&gt; 0.00% Score | 'I don't have enough information to answer that.'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Scenario 4: Streamlit Web UI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Visual search with live metric cards and guardrail status badges in under 25 lines of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06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Challenges &amp; Solutions Encountered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Key engineering hurdles resolved during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Vocabulary Mismatch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Challenge: Natural language questions lacked exact unigram overlap with incident summaries.</a:t>
            </a:r>
            <a:br/>
            <a:r>
              <a:t>Solution: Added bigrams (1, 2) and sublinear TF scaling (1 + log tf), boosting scores by 30%+.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Guardrail Threshold Calibration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Challenge: Finding an objective cutoff that allows valid questions while blocking noise.</a:t>
            </a:r>
            <a:br/>
            <a:r>
              <a:t>Solution: Executed systematic calibration against 13 queries; found clean gap between 0.0669 and 0.1565.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Decoupled Interface Design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Challenge: Keeping codebase compact (~185 lines) while supporting CLI, JSON, test suite, and Streamlit.</a:t>
            </a:r>
            <a:br/>
            <a:r>
              <a:t>Solution: Clean IncidentRAG class with unified query() API returning structured dictionaries.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07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Results: Verification &amp; Performance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Quantitative test benchmarks and performance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100% Automated Test Pass Rate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6/6 pytest test cases passing in 2.49 seconds, covering edge cases, empty strings, and custom thresholds.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Sub-15ms Latency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End-to-end vector transformation, cosine scoring, and answer formatting executes in under 15 milliseconds.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Zero Hallucination Rate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100% of generated answers are directly anchored in curated incident records; zero ungrounded claims.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Verified Guardrail Precision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0% false-positive rate on out-of-domain and adversarial queries in test benchmarks.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08 // AI INCIDENT FINDER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</a:defRPr>
            </a:pPr>
            <a:r>
              <a:t>Future Improvements &amp; Scaling Roadmap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Architectural roadmap for enterprise-grade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• 1. Dense Semantic Embeddings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Integrate local sentence transformers (all-MiniLM-L6-v2) for semantic vector search.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2. Hybrid Search &amp; Reranking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Combine BM25 sparse search with dense embeddings via Reciprocal Rank Fusion and cross-encoder reranking.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3. Local Quantized SLM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Connect a local quantized model (e.g. Llama 3.2 1B via Ollama) with strict context injection for natural summaries.</a:t>
            </a:r>
          </a:p>
          <a:p>
            <a:pPr>
              <a:spcBef>
                <a:spcPts val="1400"/>
              </a:spcBef>
              <a:defRPr sz="1600" b="1">
                <a:solidFill>
                  <a:srgbClr val="2563EB"/>
                </a:solidFill>
              </a:defRPr>
            </a:pPr>
            <a:r>
              <a:t>• 4. Continuous Quantitative Evaluation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</a:defRPr>
            </a:pPr>
            <a:r>
              <a:t>  Establish automated CI/CD evaluation tracking Context Precision, Recall, and Faithfulness using Ragas.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